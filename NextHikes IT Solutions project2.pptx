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74207-C116-4003-90EA-1C8998BAF4BD}" v="92" dt="2026-02-20T10:54:50.992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 P" userId="95c30da677d6de70" providerId="LiveId" clId="{DBF82B90-E21C-444C-B7F1-2CBD2D35C17C}"/>
    <pc:docChg chg="undo redo custSel addSld delSld modSld sldOrd">
      <pc:chgData name="H P" userId="95c30da677d6de70" providerId="LiveId" clId="{DBF82B90-E21C-444C-B7F1-2CBD2D35C17C}" dt="2026-02-20T10:54:50.992" v="326"/>
      <pc:docMkLst>
        <pc:docMk/>
      </pc:docMkLst>
      <pc:sldChg chg="modSp mod">
        <pc:chgData name="H P" userId="95c30da677d6de70" providerId="LiveId" clId="{DBF82B90-E21C-444C-B7F1-2CBD2D35C17C}" dt="2026-02-20T10:54:50.992" v="326"/>
        <pc:sldMkLst>
          <pc:docMk/>
          <pc:sldMk cId="2259308896" sldId="256"/>
        </pc:sldMkLst>
        <pc:spChg chg="mod">
          <ac:chgData name="H P" userId="95c30da677d6de70" providerId="LiveId" clId="{DBF82B90-E21C-444C-B7F1-2CBD2D35C17C}" dt="2026-02-20T10:54:50.992" v="326"/>
          <ac:spMkLst>
            <pc:docMk/>
            <pc:sldMk cId="2259308896" sldId="256"/>
            <ac:spMk id="6" creationId="{31E81D09-817E-DFD5-7C07-275940E501C8}"/>
          </ac:spMkLst>
        </pc:spChg>
      </pc:sldChg>
      <pc:sldChg chg="modSp mod">
        <pc:chgData name="H P" userId="95c30da677d6de70" providerId="LiveId" clId="{DBF82B90-E21C-444C-B7F1-2CBD2D35C17C}" dt="2026-02-19T19:01:18.295" v="10" actId="5793"/>
        <pc:sldMkLst>
          <pc:docMk/>
          <pc:sldMk cId="1325608595" sldId="257"/>
        </pc:sldMkLst>
        <pc:spChg chg="mod">
          <ac:chgData name="H P" userId="95c30da677d6de70" providerId="LiveId" clId="{DBF82B90-E21C-444C-B7F1-2CBD2D35C17C}" dt="2026-02-19T19:00:23.540" v="0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H P" userId="95c30da677d6de70" providerId="LiveId" clId="{DBF82B90-E21C-444C-B7F1-2CBD2D35C17C}" dt="2026-02-19T19:01:18.295" v="10" actId="5793"/>
          <ac:spMkLst>
            <pc:docMk/>
            <pc:sldMk cId="1325608595" sldId="257"/>
            <ac:spMk id="3" creationId="{22788C46-D0BC-4307-AE55-7601A139E7CB}"/>
          </ac:spMkLst>
        </pc:spChg>
      </pc:sldChg>
      <pc:sldChg chg="addSp delSp modSp del mod">
        <pc:chgData name="H P" userId="95c30da677d6de70" providerId="LiveId" clId="{DBF82B90-E21C-444C-B7F1-2CBD2D35C17C}" dt="2026-02-19T19:24:13.386" v="84" actId="2696"/>
        <pc:sldMkLst>
          <pc:docMk/>
          <pc:sldMk cId="3662677160" sldId="286"/>
        </pc:sldMkLst>
        <pc:spChg chg="mod">
          <ac:chgData name="H P" userId="95c30da677d6de70" providerId="LiveId" clId="{DBF82B90-E21C-444C-B7F1-2CBD2D35C17C}" dt="2026-02-19T19:23:21.878" v="75" actId="14100"/>
          <ac:spMkLst>
            <pc:docMk/>
            <pc:sldMk cId="3662677160" sldId="286"/>
            <ac:spMk id="2" creationId="{6F148DD4-4828-CE87-0C5C-42BE175E8DA5}"/>
          </ac:spMkLst>
        </pc:spChg>
        <pc:spChg chg="add del mod">
          <ac:chgData name="H P" userId="95c30da677d6de70" providerId="LiveId" clId="{DBF82B90-E21C-444C-B7F1-2CBD2D35C17C}" dt="2026-02-19T19:03:23.796" v="23" actId="767"/>
          <ac:spMkLst>
            <pc:docMk/>
            <pc:sldMk cId="3662677160" sldId="286"/>
            <ac:spMk id="3" creationId="{D6564A86-4ECF-564A-C649-C63DB2E39DD6}"/>
          </ac:spMkLst>
        </pc:spChg>
        <pc:spChg chg="add">
          <ac:chgData name="H P" userId="95c30da677d6de70" providerId="LiveId" clId="{DBF82B90-E21C-444C-B7F1-2CBD2D35C17C}" dt="2026-02-19T19:02:38.738" v="16"/>
          <ac:spMkLst>
            <pc:docMk/>
            <pc:sldMk cId="3662677160" sldId="286"/>
            <ac:spMk id="4" creationId="{C1AFF40D-42A1-4B7F-3A05-AD60E703E308}"/>
          </ac:spMkLst>
        </pc:spChg>
        <pc:spChg chg="add">
          <ac:chgData name="H P" userId="95c30da677d6de70" providerId="LiveId" clId="{DBF82B90-E21C-444C-B7F1-2CBD2D35C17C}" dt="2026-02-19T19:03:12.405" v="21"/>
          <ac:spMkLst>
            <pc:docMk/>
            <pc:sldMk cId="3662677160" sldId="286"/>
            <ac:spMk id="5" creationId="{E397236E-5C5E-4B84-0A18-14D351A03BD7}"/>
          </ac:spMkLst>
        </pc:spChg>
        <pc:spChg chg="add mod">
          <ac:chgData name="H P" userId="95c30da677d6de70" providerId="LiveId" clId="{DBF82B90-E21C-444C-B7F1-2CBD2D35C17C}" dt="2026-02-19T19:18:46.470" v="33" actId="767"/>
          <ac:spMkLst>
            <pc:docMk/>
            <pc:sldMk cId="3662677160" sldId="286"/>
            <ac:spMk id="6" creationId="{F2AD0359-37A8-7AD3-DB71-61B17A7D98BE}"/>
          </ac:spMkLst>
        </pc:spChg>
        <pc:spChg chg="add mod">
          <ac:chgData name="H P" userId="95c30da677d6de70" providerId="LiveId" clId="{DBF82B90-E21C-444C-B7F1-2CBD2D35C17C}" dt="2026-02-19T19:18:39.966" v="31" actId="1076"/>
          <ac:spMkLst>
            <pc:docMk/>
            <pc:sldMk cId="3662677160" sldId="286"/>
            <ac:spMk id="7" creationId="{453A5B88-4BDF-9129-93CB-B9E93AD55F60}"/>
          </ac:spMkLst>
        </pc:spChg>
        <pc:spChg chg="add">
          <ac:chgData name="H P" userId="95c30da677d6de70" providerId="LiveId" clId="{DBF82B90-E21C-444C-B7F1-2CBD2D35C17C}" dt="2026-02-19T19:18:37.793" v="30"/>
          <ac:spMkLst>
            <pc:docMk/>
            <pc:sldMk cId="3662677160" sldId="286"/>
            <ac:spMk id="8" creationId="{6C1B64E9-65CC-3DA8-980C-38968B127928}"/>
          </ac:spMkLst>
        </pc:spChg>
        <pc:spChg chg="add del mod">
          <ac:chgData name="H P" userId="95c30da677d6de70" providerId="LiveId" clId="{DBF82B90-E21C-444C-B7F1-2CBD2D35C17C}" dt="2026-02-19T19:20:34.871" v="52"/>
          <ac:spMkLst>
            <pc:docMk/>
            <pc:sldMk cId="3662677160" sldId="286"/>
            <ac:spMk id="9" creationId="{D7F9D954-0132-9C14-3E56-5A0B1D893FE9}"/>
          </ac:spMkLst>
        </pc:spChg>
        <pc:spChg chg="add del mod">
          <ac:chgData name="H P" userId="95c30da677d6de70" providerId="LiveId" clId="{DBF82B90-E21C-444C-B7F1-2CBD2D35C17C}" dt="2026-02-19T19:20:43.469" v="53" actId="21"/>
          <ac:spMkLst>
            <pc:docMk/>
            <pc:sldMk cId="3662677160" sldId="286"/>
            <ac:spMk id="12" creationId="{8112AF00-6288-1D2B-4FA7-A9E2E0BCBD94}"/>
          </ac:spMkLst>
        </pc:spChg>
        <pc:spChg chg="add del mod">
          <ac:chgData name="H P" userId="95c30da677d6de70" providerId="LiveId" clId="{DBF82B90-E21C-444C-B7F1-2CBD2D35C17C}" dt="2026-02-19T19:21:13.806" v="60"/>
          <ac:spMkLst>
            <pc:docMk/>
            <pc:sldMk cId="3662677160" sldId="286"/>
            <ac:spMk id="13" creationId="{5F6E2E5D-084E-4DD8-86F0-FB1B90097777}"/>
          </ac:spMkLst>
        </pc:spChg>
        <pc:spChg chg="add del mod">
          <ac:chgData name="H P" userId="95c30da677d6de70" providerId="LiveId" clId="{DBF82B90-E21C-444C-B7F1-2CBD2D35C17C}" dt="2026-02-19T19:21:38.461" v="63"/>
          <ac:spMkLst>
            <pc:docMk/>
            <pc:sldMk cId="3662677160" sldId="286"/>
            <ac:spMk id="14" creationId="{BFA87F72-C190-2650-48EB-A8DBBC08DADF}"/>
          </ac:spMkLst>
        </pc:spChg>
        <pc:spChg chg="add del mod">
          <ac:chgData name="H P" userId="95c30da677d6de70" providerId="LiveId" clId="{DBF82B90-E21C-444C-B7F1-2CBD2D35C17C}" dt="2026-02-19T19:24:09.950" v="83"/>
          <ac:spMkLst>
            <pc:docMk/>
            <pc:sldMk cId="3662677160" sldId="286"/>
            <ac:spMk id="15" creationId="{A7002FF8-41FF-9873-9EB8-5EF87E01D46B}"/>
          </ac:spMkLst>
        </pc:spChg>
        <pc:spChg chg="add mod">
          <ac:chgData name="H P" userId="95c30da677d6de70" providerId="LiveId" clId="{DBF82B90-E21C-444C-B7F1-2CBD2D35C17C}" dt="2026-02-19T19:24:05.700" v="81" actId="14100"/>
          <ac:spMkLst>
            <pc:docMk/>
            <pc:sldMk cId="3662677160" sldId="286"/>
            <ac:spMk id="16" creationId="{FF0902C6-6B25-20CE-9B6C-8A214D79B80A}"/>
          </ac:spMkLst>
        </pc:spChg>
        <pc:picChg chg="del">
          <ac:chgData name="H P" userId="95c30da677d6de70" providerId="LiveId" clId="{DBF82B90-E21C-444C-B7F1-2CBD2D35C17C}" dt="2026-02-19T19:20:34.859" v="50" actId="21"/>
          <ac:picMkLst>
            <pc:docMk/>
            <pc:sldMk cId="3662677160" sldId="286"/>
            <ac:picMk id="10" creationId="{FCA2FB5B-570E-D181-A4B1-1DCB61C08948}"/>
          </ac:picMkLst>
        </pc:picChg>
      </pc:sldChg>
      <pc:sldChg chg="del">
        <pc:chgData name="H P" userId="95c30da677d6de70" providerId="LiveId" clId="{DBF82B90-E21C-444C-B7F1-2CBD2D35C17C}" dt="2026-02-19T19:32:48.015" v="120" actId="2696"/>
        <pc:sldMkLst>
          <pc:docMk/>
          <pc:sldMk cId="779750606" sldId="288"/>
        </pc:sldMkLst>
      </pc:sldChg>
      <pc:sldChg chg="del">
        <pc:chgData name="H P" userId="95c30da677d6de70" providerId="LiveId" clId="{DBF82B90-E21C-444C-B7F1-2CBD2D35C17C}" dt="2026-02-19T20:00:12.585" v="296" actId="47"/>
        <pc:sldMkLst>
          <pc:docMk/>
          <pc:sldMk cId="2529338794" sldId="289"/>
        </pc:sldMkLst>
      </pc:sldChg>
      <pc:sldChg chg="del">
        <pc:chgData name="H P" userId="95c30da677d6de70" providerId="LiveId" clId="{DBF82B90-E21C-444C-B7F1-2CBD2D35C17C}" dt="2026-02-19T20:00:19.494" v="298" actId="47"/>
        <pc:sldMkLst>
          <pc:docMk/>
          <pc:sldMk cId="1265939620" sldId="290"/>
        </pc:sldMkLst>
      </pc:sldChg>
      <pc:sldChg chg="del">
        <pc:chgData name="H P" userId="95c30da677d6de70" providerId="LiveId" clId="{DBF82B90-E21C-444C-B7F1-2CBD2D35C17C}" dt="2026-02-19T20:00:20.581" v="299" actId="47"/>
        <pc:sldMkLst>
          <pc:docMk/>
          <pc:sldMk cId="2652102883" sldId="291"/>
        </pc:sldMkLst>
      </pc:sldChg>
      <pc:sldChg chg="del">
        <pc:chgData name="H P" userId="95c30da677d6de70" providerId="LiveId" clId="{DBF82B90-E21C-444C-B7F1-2CBD2D35C17C}" dt="2026-02-19T20:00:21.897" v="300" actId="47"/>
        <pc:sldMkLst>
          <pc:docMk/>
          <pc:sldMk cId="362649583" sldId="292"/>
        </pc:sldMkLst>
      </pc:sldChg>
      <pc:sldChg chg="del">
        <pc:chgData name="H P" userId="95c30da677d6de70" providerId="LiveId" clId="{DBF82B90-E21C-444C-B7F1-2CBD2D35C17C}" dt="2026-02-19T20:00:24.098" v="302" actId="47"/>
        <pc:sldMkLst>
          <pc:docMk/>
          <pc:sldMk cId="853261029" sldId="294"/>
        </pc:sldMkLst>
      </pc:sldChg>
      <pc:sldChg chg="del">
        <pc:chgData name="H P" userId="95c30da677d6de70" providerId="LiveId" clId="{DBF82B90-E21C-444C-B7F1-2CBD2D35C17C}" dt="2026-02-19T20:00:23.376" v="301" actId="47"/>
        <pc:sldMkLst>
          <pc:docMk/>
          <pc:sldMk cId="907915534" sldId="295"/>
        </pc:sldMkLst>
      </pc:sldChg>
      <pc:sldChg chg="del">
        <pc:chgData name="H P" userId="95c30da677d6de70" providerId="LiveId" clId="{DBF82B90-E21C-444C-B7F1-2CBD2D35C17C}" dt="2026-02-19T20:00:29.058" v="304" actId="47"/>
        <pc:sldMkLst>
          <pc:docMk/>
          <pc:sldMk cId="1609673525" sldId="296"/>
        </pc:sldMkLst>
      </pc:sldChg>
      <pc:sldChg chg="del">
        <pc:chgData name="H P" userId="95c30da677d6de70" providerId="LiveId" clId="{DBF82B90-E21C-444C-B7F1-2CBD2D35C17C}" dt="2026-02-19T20:00:15.164" v="297" actId="47"/>
        <pc:sldMkLst>
          <pc:docMk/>
          <pc:sldMk cId="4117153350" sldId="297"/>
        </pc:sldMkLst>
      </pc:sldChg>
      <pc:sldChg chg="del">
        <pc:chgData name="H P" userId="95c30da677d6de70" providerId="LiveId" clId="{DBF82B90-E21C-444C-B7F1-2CBD2D35C17C}" dt="2026-02-19T20:00:25.254" v="303" actId="47"/>
        <pc:sldMkLst>
          <pc:docMk/>
          <pc:sldMk cId="1678163377" sldId="298"/>
        </pc:sldMkLst>
      </pc:sldChg>
      <pc:sldChg chg="addSp delSp modSp new mod">
        <pc:chgData name="H P" userId="95c30da677d6de70" providerId="LiveId" clId="{DBF82B90-E21C-444C-B7F1-2CBD2D35C17C}" dt="2026-02-19T19:32:38.392" v="119" actId="1440"/>
        <pc:sldMkLst>
          <pc:docMk/>
          <pc:sldMk cId="536318280" sldId="299"/>
        </pc:sldMkLst>
        <pc:spChg chg="mod">
          <ac:chgData name="H P" userId="95c30da677d6de70" providerId="LiveId" clId="{DBF82B90-E21C-444C-B7F1-2CBD2D35C17C}" dt="2026-02-19T19:30:14.274" v="114" actId="14100"/>
          <ac:spMkLst>
            <pc:docMk/>
            <pc:sldMk cId="536318280" sldId="299"/>
            <ac:spMk id="2" creationId="{7E2B4513-3D43-9242-B27B-09BB2B6DF787}"/>
          </ac:spMkLst>
        </pc:spChg>
        <pc:spChg chg="del">
          <ac:chgData name="H P" userId="95c30da677d6de70" providerId="LiveId" clId="{DBF82B90-E21C-444C-B7F1-2CBD2D35C17C}" dt="2026-02-19T19:28:43.863" v="101"/>
          <ac:spMkLst>
            <pc:docMk/>
            <pc:sldMk cId="536318280" sldId="299"/>
            <ac:spMk id="3" creationId="{DEE6012F-BAF7-7C66-FD02-72DC65BC792F}"/>
          </ac:spMkLst>
        </pc:spChg>
        <pc:spChg chg="del mod">
          <ac:chgData name="H P" userId="95c30da677d6de70" providerId="LiveId" clId="{DBF82B90-E21C-444C-B7F1-2CBD2D35C17C}" dt="2026-02-19T19:32:11.807" v="117" actId="931"/>
          <ac:spMkLst>
            <pc:docMk/>
            <pc:sldMk cId="536318280" sldId="299"/>
            <ac:spMk id="4" creationId="{AAB2225B-9C57-26C0-A728-46B919291A82}"/>
          </ac:spMkLst>
        </pc:spChg>
        <pc:spChg chg="add mod">
          <ac:chgData name="H P" userId="95c30da677d6de70" providerId="LiveId" clId="{DBF82B90-E21C-444C-B7F1-2CBD2D35C17C}" dt="2026-02-19T19:30:55.586" v="116" actId="1076"/>
          <ac:spMkLst>
            <pc:docMk/>
            <pc:sldMk cId="536318280" sldId="299"/>
            <ac:spMk id="5" creationId="{FE307BA7-04BC-9D65-B8ED-C1DCD2E999DD}"/>
          </ac:spMkLst>
        </pc:spChg>
        <pc:picChg chg="add mod ord">
          <ac:chgData name="H P" userId="95c30da677d6de70" providerId="LiveId" clId="{DBF82B90-E21C-444C-B7F1-2CBD2D35C17C}" dt="2026-02-19T19:32:38.392" v="119" actId="1440"/>
          <ac:picMkLst>
            <pc:docMk/>
            <pc:sldMk cId="536318280" sldId="299"/>
            <ac:picMk id="7" creationId="{6A442805-DC70-EFB0-63C3-53C815E56ABA}"/>
          </ac:picMkLst>
        </pc:picChg>
      </pc:sldChg>
      <pc:sldChg chg="addSp delSp modSp add del mod">
        <pc:chgData name="H P" userId="95c30da677d6de70" providerId="LiveId" clId="{DBF82B90-E21C-444C-B7F1-2CBD2D35C17C}" dt="2026-02-19T19:27:48.481" v="98" actId="2696"/>
        <pc:sldMkLst>
          <pc:docMk/>
          <pc:sldMk cId="684752174" sldId="299"/>
        </pc:sldMkLst>
        <pc:spChg chg="mod">
          <ac:chgData name="H P" userId="95c30da677d6de70" providerId="LiveId" clId="{DBF82B90-E21C-444C-B7F1-2CBD2D35C17C}" dt="2026-02-19T19:24:37.091" v="86"/>
          <ac:spMkLst>
            <pc:docMk/>
            <pc:sldMk cId="684752174" sldId="299"/>
            <ac:spMk id="2" creationId="{C069DE05-462C-4CB6-70D9-307576C04916}"/>
          </ac:spMkLst>
        </pc:spChg>
        <pc:spChg chg="del mod">
          <ac:chgData name="H P" userId="95c30da677d6de70" providerId="LiveId" clId="{DBF82B90-E21C-444C-B7F1-2CBD2D35C17C}" dt="2026-02-19T19:25:04.921" v="89"/>
          <ac:spMkLst>
            <pc:docMk/>
            <pc:sldMk cId="684752174" sldId="299"/>
            <ac:spMk id="3" creationId="{49FF512B-C472-6FEE-E3A0-8BFE1BC5C53B}"/>
          </ac:spMkLst>
        </pc:spChg>
        <pc:spChg chg="add mod">
          <ac:chgData name="H P" userId="95c30da677d6de70" providerId="LiveId" clId="{DBF82B90-E21C-444C-B7F1-2CBD2D35C17C}" dt="2026-02-19T19:27:07.015" v="96" actId="20577"/>
          <ac:spMkLst>
            <pc:docMk/>
            <pc:sldMk cId="684752174" sldId="299"/>
            <ac:spMk id="4" creationId="{84875B0A-698C-6AD3-765B-8C063D2CA441}"/>
          </ac:spMkLst>
        </pc:spChg>
        <pc:spChg chg="add">
          <ac:chgData name="H P" userId="95c30da677d6de70" providerId="LiveId" clId="{DBF82B90-E21C-444C-B7F1-2CBD2D35C17C}" dt="2026-02-19T19:25:56.585" v="93"/>
          <ac:spMkLst>
            <pc:docMk/>
            <pc:sldMk cId="684752174" sldId="299"/>
            <ac:spMk id="5" creationId="{D4D20459-3F38-83DE-597F-C4CA494CA718}"/>
          </ac:spMkLst>
        </pc:spChg>
        <pc:spChg chg="add">
          <ac:chgData name="H P" userId="95c30da677d6de70" providerId="LiveId" clId="{DBF82B90-E21C-444C-B7F1-2CBD2D35C17C}" dt="2026-02-19T19:27:08.660" v="97"/>
          <ac:spMkLst>
            <pc:docMk/>
            <pc:sldMk cId="684752174" sldId="299"/>
            <ac:spMk id="6" creationId="{3A508D75-880C-508D-7AAF-E10E7307906C}"/>
          </ac:spMkLst>
        </pc:spChg>
      </pc:sldChg>
      <pc:sldChg chg="modSp new mod">
        <pc:chgData name="H P" userId="95c30da677d6de70" providerId="LiveId" clId="{DBF82B90-E21C-444C-B7F1-2CBD2D35C17C}" dt="2026-02-19T19:34:59.030" v="136"/>
        <pc:sldMkLst>
          <pc:docMk/>
          <pc:sldMk cId="1656080957" sldId="300"/>
        </pc:sldMkLst>
        <pc:spChg chg="mod">
          <ac:chgData name="H P" userId="95c30da677d6de70" providerId="LiveId" clId="{DBF82B90-E21C-444C-B7F1-2CBD2D35C17C}" dt="2026-02-19T19:33:52.387" v="122"/>
          <ac:spMkLst>
            <pc:docMk/>
            <pc:sldMk cId="1656080957" sldId="300"/>
            <ac:spMk id="2" creationId="{73FE5025-DEBB-D3DD-B2FE-CB1B134ABD98}"/>
          </ac:spMkLst>
        </pc:spChg>
        <pc:spChg chg="mod">
          <ac:chgData name="H P" userId="95c30da677d6de70" providerId="LiveId" clId="{DBF82B90-E21C-444C-B7F1-2CBD2D35C17C}" dt="2026-02-19T19:34:59.030" v="136"/>
          <ac:spMkLst>
            <pc:docMk/>
            <pc:sldMk cId="1656080957" sldId="300"/>
            <ac:spMk id="3" creationId="{E0DCEB66-C5AC-6656-0410-A3A01E687C13}"/>
          </ac:spMkLst>
        </pc:spChg>
      </pc:sldChg>
      <pc:sldChg chg="modSp add mod ord">
        <pc:chgData name="H P" userId="95c30da677d6de70" providerId="LiveId" clId="{DBF82B90-E21C-444C-B7F1-2CBD2D35C17C}" dt="2026-02-19T19:38:55.401" v="150" actId="255"/>
        <pc:sldMkLst>
          <pc:docMk/>
          <pc:sldMk cId="641822607" sldId="301"/>
        </pc:sldMkLst>
        <pc:spChg chg="mod">
          <ac:chgData name="H P" userId="95c30da677d6de70" providerId="LiveId" clId="{DBF82B90-E21C-444C-B7F1-2CBD2D35C17C}" dt="2026-02-19T19:38:01.995" v="147" actId="14100"/>
          <ac:spMkLst>
            <pc:docMk/>
            <pc:sldMk cId="641822607" sldId="301"/>
            <ac:spMk id="2" creationId="{8B247387-24CA-998B-E695-5668F0537838}"/>
          </ac:spMkLst>
        </pc:spChg>
        <pc:spChg chg="mod">
          <ac:chgData name="H P" userId="95c30da677d6de70" providerId="LiveId" clId="{DBF82B90-E21C-444C-B7F1-2CBD2D35C17C}" dt="2026-02-19T19:38:55.401" v="150" actId="255"/>
          <ac:spMkLst>
            <pc:docMk/>
            <pc:sldMk cId="641822607" sldId="301"/>
            <ac:spMk id="5" creationId="{3C0818CF-93FA-AFE7-2427-3981D949595D}"/>
          </ac:spMkLst>
        </pc:spChg>
      </pc:sldChg>
      <pc:sldChg chg="addSp delSp modSp new del mod">
        <pc:chgData name="H P" userId="95c30da677d6de70" providerId="LiveId" clId="{DBF82B90-E21C-444C-B7F1-2CBD2D35C17C}" dt="2026-02-19T19:37:12.168" v="141" actId="2696"/>
        <pc:sldMkLst>
          <pc:docMk/>
          <pc:sldMk cId="2799195063" sldId="301"/>
        </pc:sldMkLst>
        <pc:spChg chg="mod">
          <ac:chgData name="H P" userId="95c30da677d6de70" providerId="LiveId" clId="{DBF82B90-E21C-444C-B7F1-2CBD2D35C17C}" dt="2026-02-19T19:36:21.514" v="138"/>
          <ac:spMkLst>
            <pc:docMk/>
            <pc:sldMk cId="2799195063" sldId="301"/>
            <ac:spMk id="2" creationId="{E9482BA8-1D96-B0D9-CDC9-38791DDC7F88}"/>
          </ac:spMkLst>
        </pc:spChg>
        <pc:spChg chg="del mod">
          <ac:chgData name="H P" userId="95c30da677d6de70" providerId="LiveId" clId="{DBF82B90-E21C-444C-B7F1-2CBD2D35C17C}" dt="2026-02-19T19:36:40.977" v="140"/>
          <ac:spMkLst>
            <pc:docMk/>
            <pc:sldMk cId="2799195063" sldId="301"/>
            <ac:spMk id="3" creationId="{FE5B6CC3-2D2C-532A-D72B-BB0D9C855183}"/>
          </ac:spMkLst>
        </pc:spChg>
        <pc:spChg chg="add mod">
          <ac:chgData name="H P" userId="95c30da677d6de70" providerId="LiveId" clId="{DBF82B90-E21C-444C-B7F1-2CBD2D35C17C}" dt="2026-02-19T19:36:40.977" v="140"/>
          <ac:spMkLst>
            <pc:docMk/>
            <pc:sldMk cId="2799195063" sldId="301"/>
            <ac:spMk id="5" creationId="{A449474B-FCE0-F5ED-9929-56EF4EC1F75D}"/>
          </ac:spMkLst>
        </pc:spChg>
      </pc:sldChg>
      <pc:sldChg chg="addSp delSp modSp add mod">
        <pc:chgData name="H P" userId="95c30da677d6de70" providerId="LiveId" clId="{DBF82B90-E21C-444C-B7F1-2CBD2D35C17C}" dt="2026-02-19T19:45:51.083" v="176" actId="1076"/>
        <pc:sldMkLst>
          <pc:docMk/>
          <pc:sldMk cId="1013271016" sldId="302"/>
        </pc:sldMkLst>
        <pc:spChg chg="mod">
          <ac:chgData name="H P" userId="95c30da677d6de70" providerId="LiveId" clId="{DBF82B90-E21C-444C-B7F1-2CBD2D35C17C}" dt="2026-02-19T19:39:49.572" v="152"/>
          <ac:spMkLst>
            <pc:docMk/>
            <pc:sldMk cId="1013271016" sldId="302"/>
            <ac:spMk id="2" creationId="{BF673122-4F9D-61F5-7542-594DD8B24CF6}"/>
          </ac:spMkLst>
        </pc:spChg>
        <pc:spChg chg="add del mod">
          <ac:chgData name="H P" userId="95c30da677d6de70" providerId="LiveId" clId="{DBF82B90-E21C-444C-B7F1-2CBD2D35C17C}" dt="2026-02-19T19:41:05.233" v="159"/>
          <ac:spMkLst>
            <pc:docMk/>
            <pc:sldMk cId="1013271016" sldId="302"/>
            <ac:spMk id="3" creationId="{D5CC3EA7-5342-93A2-CCC9-6514B545FC6A}"/>
          </ac:spMkLst>
        </pc:spChg>
        <pc:spChg chg="add mod">
          <ac:chgData name="H P" userId="95c30da677d6de70" providerId="LiveId" clId="{DBF82B90-E21C-444C-B7F1-2CBD2D35C17C}" dt="2026-02-19T19:42:05.054" v="167" actId="1076"/>
          <ac:spMkLst>
            <pc:docMk/>
            <pc:sldMk cId="1013271016" sldId="302"/>
            <ac:spMk id="4" creationId="{240CCA69-21F1-930D-FD50-BB0E6DDAE6EF}"/>
          </ac:spMkLst>
        </pc:spChg>
        <pc:spChg chg="del mod">
          <ac:chgData name="H P" userId="95c30da677d6de70" providerId="LiveId" clId="{DBF82B90-E21C-444C-B7F1-2CBD2D35C17C}" dt="2026-02-19T19:40:29.424" v="155"/>
          <ac:spMkLst>
            <pc:docMk/>
            <pc:sldMk cId="1013271016" sldId="302"/>
            <ac:spMk id="5" creationId="{9C115F88-307C-BB5B-EB3B-704896640FD9}"/>
          </ac:spMkLst>
        </pc:spChg>
        <pc:picChg chg="mod">
          <ac:chgData name="H P" userId="95c30da677d6de70" providerId="LiveId" clId="{DBF82B90-E21C-444C-B7F1-2CBD2D35C17C}" dt="2026-02-19T19:45:51.083" v="176" actId="1076"/>
          <ac:picMkLst>
            <pc:docMk/>
            <pc:sldMk cId="1013271016" sldId="302"/>
            <ac:picMk id="7" creationId="{359ECD13-8B09-87FB-3BB4-DBB05C67EC4C}"/>
          </ac:picMkLst>
        </pc:picChg>
      </pc:sldChg>
      <pc:sldChg chg="addSp delSp modSp add mod">
        <pc:chgData name="H P" userId="95c30da677d6de70" providerId="LiveId" clId="{DBF82B90-E21C-444C-B7F1-2CBD2D35C17C}" dt="2026-02-19T19:48:34.765" v="194" actId="14826"/>
        <pc:sldMkLst>
          <pc:docMk/>
          <pc:sldMk cId="1167339836" sldId="303"/>
        </pc:sldMkLst>
        <pc:spChg chg="mod">
          <ac:chgData name="H P" userId="95c30da677d6de70" providerId="LiveId" clId="{DBF82B90-E21C-444C-B7F1-2CBD2D35C17C}" dt="2026-02-19T19:46:24.232" v="180" actId="20577"/>
          <ac:spMkLst>
            <pc:docMk/>
            <pc:sldMk cId="1167339836" sldId="303"/>
            <ac:spMk id="2" creationId="{C933C768-E19E-1D97-CB76-2D8CF7C5358A}"/>
          </ac:spMkLst>
        </pc:spChg>
        <pc:spChg chg="add del mod">
          <ac:chgData name="H P" userId="95c30da677d6de70" providerId="LiveId" clId="{DBF82B90-E21C-444C-B7F1-2CBD2D35C17C}" dt="2026-02-19T19:47:14.339" v="187" actId="21"/>
          <ac:spMkLst>
            <pc:docMk/>
            <pc:sldMk cId="1167339836" sldId="303"/>
            <ac:spMk id="3" creationId="{EE0ED3B6-6178-9526-C4EF-DD57A17FDED3}"/>
          </ac:spMkLst>
        </pc:spChg>
        <pc:spChg chg="del mod">
          <ac:chgData name="H P" userId="95c30da677d6de70" providerId="LiveId" clId="{DBF82B90-E21C-444C-B7F1-2CBD2D35C17C}" dt="2026-02-19T19:47:05.182" v="185"/>
          <ac:spMkLst>
            <pc:docMk/>
            <pc:sldMk cId="1167339836" sldId="303"/>
            <ac:spMk id="4" creationId="{1747091A-BC12-05C4-1ED0-CD0FE81C6945}"/>
          </ac:spMkLst>
        </pc:spChg>
        <pc:spChg chg="add mod">
          <ac:chgData name="H P" userId="95c30da677d6de70" providerId="LiveId" clId="{DBF82B90-E21C-444C-B7F1-2CBD2D35C17C}" dt="2026-02-19T19:47:59.360" v="193" actId="1076"/>
          <ac:spMkLst>
            <pc:docMk/>
            <pc:sldMk cId="1167339836" sldId="303"/>
            <ac:spMk id="5" creationId="{EA7B1676-BE4F-1B8E-3A6D-CB32A1B4FE35}"/>
          </ac:spMkLst>
        </pc:spChg>
        <pc:picChg chg="mod">
          <ac:chgData name="H P" userId="95c30da677d6de70" providerId="LiveId" clId="{DBF82B90-E21C-444C-B7F1-2CBD2D35C17C}" dt="2026-02-19T19:48:34.765" v="194" actId="14826"/>
          <ac:picMkLst>
            <pc:docMk/>
            <pc:sldMk cId="1167339836" sldId="303"/>
            <ac:picMk id="7" creationId="{DC60110C-3CBF-EE06-AFED-DB02CE2EE1A9}"/>
          </ac:picMkLst>
        </pc:picChg>
      </pc:sldChg>
      <pc:sldChg chg="addSp modSp add mod ord">
        <pc:chgData name="H P" userId="95c30da677d6de70" providerId="LiveId" clId="{DBF82B90-E21C-444C-B7F1-2CBD2D35C17C}" dt="2026-02-19T19:51:23.958" v="213" actId="20577"/>
        <pc:sldMkLst>
          <pc:docMk/>
          <pc:sldMk cId="3432309621" sldId="304"/>
        </pc:sldMkLst>
        <pc:spChg chg="mod">
          <ac:chgData name="H P" userId="95c30da677d6de70" providerId="LiveId" clId="{DBF82B90-E21C-444C-B7F1-2CBD2D35C17C}" dt="2026-02-19T19:49:43.143" v="200" actId="20577"/>
          <ac:spMkLst>
            <pc:docMk/>
            <pc:sldMk cId="3432309621" sldId="304"/>
            <ac:spMk id="2" creationId="{600F81A9-33C9-5D14-A52E-6CDCFF161D35}"/>
          </ac:spMkLst>
        </pc:spChg>
        <pc:spChg chg="mod">
          <ac:chgData name="H P" userId="95c30da677d6de70" providerId="LiveId" clId="{DBF82B90-E21C-444C-B7F1-2CBD2D35C17C}" dt="2026-02-19T19:49:58.880" v="202" actId="20577"/>
          <ac:spMkLst>
            <pc:docMk/>
            <pc:sldMk cId="3432309621" sldId="304"/>
            <ac:spMk id="3" creationId="{7417DB52-1F3B-B264-5EE4-77852F44E313}"/>
          </ac:spMkLst>
        </pc:spChg>
        <pc:spChg chg="add mod">
          <ac:chgData name="H P" userId="95c30da677d6de70" providerId="LiveId" clId="{DBF82B90-E21C-444C-B7F1-2CBD2D35C17C}" dt="2026-02-19T19:51:23.958" v="213" actId="20577"/>
          <ac:spMkLst>
            <pc:docMk/>
            <pc:sldMk cId="3432309621" sldId="304"/>
            <ac:spMk id="4" creationId="{F4CF0C53-181D-CD1F-820F-11B483DFE7CB}"/>
          </ac:spMkLst>
        </pc:spChg>
      </pc:sldChg>
      <pc:sldChg chg="addSp delSp modSp add mod">
        <pc:chgData name="H P" userId="95c30da677d6de70" providerId="LiveId" clId="{DBF82B90-E21C-444C-B7F1-2CBD2D35C17C}" dt="2026-02-19T19:57:05.326" v="249" actId="255"/>
        <pc:sldMkLst>
          <pc:docMk/>
          <pc:sldMk cId="3559577814" sldId="305"/>
        </pc:sldMkLst>
        <pc:spChg chg="mod">
          <ac:chgData name="H P" userId="95c30da677d6de70" providerId="LiveId" clId="{DBF82B90-E21C-444C-B7F1-2CBD2D35C17C}" dt="2026-02-19T19:52:13.998" v="218" actId="20577"/>
          <ac:spMkLst>
            <pc:docMk/>
            <pc:sldMk cId="3559577814" sldId="305"/>
            <ac:spMk id="2" creationId="{649514B3-AF4E-687F-DAA6-B5E566AB67DD}"/>
          </ac:spMkLst>
        </pc:spChg>
        <pc:spChg chg="del mod">
          <ac:chgData name="H P" userId="95c30da677d6de70" providerId="LiveId" clId="{DBF82B90-E21C-444C-B7F1-2CBD2D35C17C}" dt="2026-02-19T19:53:37.490" v="231"/>
          <ac:spMkLst>
            <pc:docMk/>
            <pc:sldMk cId="3559577814" sldId="305"/>
            <ac:spMk id="4" creationId="{48922598-1560-72B3-B9FA-28B5B37B0B42}"/>
          </ac:spMkLst>
        </pc:spChg>
        <pc:spChg chg="add mod">
          <ac:chgData name="H P" userId="95c30da677d6de70" providerId="LiveId" clId="{DBF82B90-E21C-444C-B7F1-2CBD2D35C17C}" dt="2026-02-19T19:57:05.326" v="249" actId="255"/>
          <ac:spMkLst>
            <pc:docMk/>
            <pc:sldMk cId="3559577814" sldId="305"/>
            <ac:spMk id="5" creationId="{34F8737C-D7C8-DB3F-37BC-F876B77272F6}"/>
          </ac:spMkLst>
        </pc:spChg>
      </pc:sldChg>
      <pc:sldChg chg="addSp modSp add mod">
        <pc:chgData name="H P" userId="95c30da677d6de70" providerId="LiveId" clId="{DBF82B90-E21C-444C-B7F1-2CBD2D35C17C}" dt="2026-02-19T20:06:37.551" v="308" actId="20577"/>
        <pc:sldMkLst>
          <pc:docMk/>
          <pc:sldMk cId="1644338268" sldId="306"/>
        </pc:sldMkLst>
        <pc:spChg chg="mod">
          <ac:chgData name="H P" userId="95c30da677d6de70" providerId="LiveId" clId="{DBF82B90-E21C-444C-B7F1-2CBD2D35C17C}" dt="2026-02-19T19:55:16.026" v="240"/>
          <ac:spMkLst>
            <pc:docMk/>
            <pc:sldMk cId="1644338268" sldId="306"/>
            <ac:spMk id="2" creationId="{AB70FE1A-7508-FC85-C5D3-D43F1A0AC699}"/>
          </ac:spMkLst>
        </pc:spChg>
        <pc:spChg chg="mod">
          <ac:chgData name="H P" userId="95c30da677d6de70" providerId="LiveId" clId="{DBF82B90-E21C-444C-B7F1-2CBD2D35C17C}" dt="2026-02-19T19:58:16.638" v="256" actId="14100"/>
          <ac:spMkLst>
            <pc:docMk/>
            <pc:sldMk cId="1644338268" sldId="306"/>
            <ac:spMk id="3" creationId="{399B47F7-70C5-7F26-73CD-7FFF5AFF4010}"/>
          </ac:spMkLst>
        </pc:spChg>
        <pc:spChg chg="add mod">
          <ac:chgData name="H P" userId="95c30da677d6de70" providerId="LiveId" clId="{DBF82B90-E21C-444C-B7F1-2CBD2D35C17C}" dt="2026-02-19T20:06:37.551" v="308" actId="20577"/>
          <ac:spMkLst>
            <pc:docMk/>
            <pc:sldMk cId="1644338268" sldId="306"/>
            <ac:spMk id="4" creationId="{7C6A7319-0C03-8CAB-B14D-2DCBA1FABE8D}"/>
          </ac:spMkLst>
        </pc:spChg>
        <pc:spChg chg="mod">
          <ac:chgData name="H P" userId="95c30da677d6de70" providerId="LiveId" clId="{DBF82B90-E21C-444C-B7F1-2CBD2D35C17C}" dt="2026-02-19T19:56:14.503" v="246" actId="5793"/>
          <ac:spMkLst>
            <pc:docMk/>
            <pc:sldMk cId="1644338268" sldId="306"/>
            <ac:spMk id="5" creationId="{3F9F0EEE-0CD1-EF6F-F715-0C02B31DE92C}"/>
          </ac:spMkLst>
        </pc:spChg>
      </pc:sldChg>
      <pc:sldChg chg="modSp new mod">
        <pc:chgData name="H P" userId="95c30da677d6de70" providerId="LiveId" clId="{DBF82B90-E21C-444C-B7F1-2CBD2D35C17C}" dt="2026-02-19T20:00:01.524" v="295" actId="20577"/>
        <pc:sldMkLst>
          <pc:docMk/>
          <pc:sldMk cId="1057562663" sldId="307"/>
        </pc:sldMkLst>
        <pc:spChg chg="mod">
          <ac:chgData name="H P" userId="95c30da677d6de70" providerId="LiveId" clId="{DBF82B90-E21C-444C-B7F1-2CBD2D35C17C}" dt="2026-02-19T19:59:32.682" v="265" actId="122"/>
          <ac:spMkLst>
            <pc:docMk/>
            <pc:sldMk cId="1057562663" sldId="307"/>
            <ac:spMk id="2" creationId="{37CA051C-0965-4AE9-7B7D-D24EBDF988AD}"/>
          </ac:spMkLst>
        </pc:spChg>
        <pc:spChg chg="mod">
          <ac:chgData name="H P" userId="95c30da677d6de70" providerId="LiveId" clId="{DBF82B90-E21C-444C-B7F1-2CBD2D35C17C}" dt="2026-02-19T20:00:01.524" v="295" actId="20577"/>
          <ac:spMkLst>
            <pc:docMk/>
            <pc:sldMk cId="1057562663" sldId="307"/>
            <ac:spMk id="3" creationId="{96DEC71F-2001-CBB2-318A-7B2C00CBA7AA}"/>
          </ac:spMkLst>
        </pc:spChg>
      </pc:sldChg>
      <pc:sldMasterChg chg="delSldLayout">
        <pc:chgData name="H P" userId="95c30da677d6de70" providerId="LiveId" clId="{DBF82B90-E21C-444C-B7F1-2CBD2D35C17C}" dt="2026-02-19T20:00:24.098" v="302" actId="47"/>
        <pc:sldMasterMkLst>
          <pc:docMk/>
          <pc:sldMasterMk cId="1788353970" sldId="2147483648"/>
        </pc:sldMasterMkLst>
        <pc:sldLayoutChg chg="del">
          <pc:chgData name="H P" userId="95c30da677d6de70" providerId="LiveId" clId="{DBF82B90-E21C-444C-B7F1-2CBD2D35C17C}" dt="2026-02-19T19:24:13.386" v="84" actId="2696"/>
          <pc:sldLayoutMkLst>
            <pc:docMk/>
            <pc:sldMasterMk cId="1788353970" sldId="2147483648"/>
            <pc:sldLayoutMk cId="2491266794" sldId="2147483673"/>
          </pc:sldLayoutMkLst>
        </pc:sldLayoutChg>
        <pc:sldLayoutChg chg="del">
          <pc:chgData name="H P" userId="95c30da677d6de70" providerId="LiveId" clId="{DBF82B90-E21C-444C-B7F1-2CBD2D35C17C}" dt="2026-02-19T20:00:21.897" v="300" actId="47"/>
          <pc:sldLayoutMkLst>
            <pc:docMk/>
            <pc:sldMasterMk cId="1788353970" sldId="2147483648"/>
            <pc:sldLayoutMk cId="4193030505" sldId="2147483675"/>
          </pc:sldLayoutMkLst>
        </pc:sldLayoutChg>
        <pc:sldLayoutChg chg="del">
          <pc:chgData name="H P" userId="95c30da677d6de70" providerId="LiveId" clId="{DBF82B90-E21C-444C-B7F1-2CBD2D35C17C}" dt="2026-02-19T20:00:24.098" v="302" actId="47"/>
          <pc:sldLayoutMkLst>
            <pc:docMk/>
            <pc:sldMasterMk cId="1788353970" sldId="2147483648"/>
            <pc:sldLayoutMk cId="525656170" sldId="2147483676"/>
          </pc:sldLayoutMkLst>
        </pc:sldLayoutChg>
        <pc:sldLayoutChg chg="del">
          <pc:chgData name="H P" userId="95c30da677d6de70" providerId="LiveId" clId="{DBF82B90-E21C-444C-B7F1-2CBD2D35C17C}" dt="2026-02-19T20:00:23.376" v="301" actId="47"/>
          <pc:sldLayoutMkLst>
            <pc:docMk/>
            <pc:sldMasterMk cId="1788353970" sldId="2147483648"/>
            <pc:sldLayoutMk cId="1827098551" sldId="214748367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4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2456210"/>
          </a:xfrm>
        </p:spPr>
        <p:txBody>
          <a:bodyPr/>
          <a:lstStyle/>
          <a:p>
            <a:r>
              <a:rPr lang="en-IN" dirty="0" err="1"/>
              <a:t>NextHikes</a:t>
            </a:r>
            <a:r>
              <a:rPr lang="en-IN" dirty="0"/>
              <a:t> IT Solutions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19CC3-39E1-6F6D-4ECE-3F8D5498D0D6}"/>
              </a:ext>
            </a:extLst>
          </p:cNvPr>
          <p:cNvSpPr txBox="1"/>
          <p:nvPr/>
        </p:nvSpPr>
        <p:spPr>
          <a:xfrm>
            <a:off x="1248697" y="2821857"/>
            <a:ext cx="22081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Project</a:t>
            </a:r>
            <a:r>
              <a:rPr lang="en-IN" dirty="0"/>
              <a:t> </a:t>
            </a:r>
            <a:r>
              <a:rPr lang="en-IN" sz="3200" dirty="0"/>
              <a:t>2</a:t>
            </a:r>
            <a:endParaRPr lang="en-US" sz="32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E81D09-817E-DFD5-7C07-275940E501C8}"/>
              </a:ext>
            </a:extLst>
          </p:cNvPr>
          <p:cNvSpPr txBox="1"/>
          <p:nvPr/>
        </p:nvSpPr>
        <p:spPr>
          <a:xfrm>
            <a:off x="1248697" y="3455031"/>
            <a:ext cx="57938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Building Basic Calculator using python &amp; </a:t>
            </a:r>
            <a:r>
              <a:rPr lang="en-IN" sz="3200" dirty="0" err="1"/>
              <a:t>tkinter</a:t>
            </a:r>
            <a:r>
              <a:rPr lang="en-IN" sz="3200" dirty="0"/>
              <a:t> Library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80ADB8-7164-9C58-2C88-422579274A77}"/>
              </a:ext>
            </a:extLst>
          </p:cNvPr>
          <p:cNvSpPr txBox="1"/>
          <p:nvPr/>
        </p:nvSpPr>
        <p:spPr>
          <a:xfrm>
            <a:off x="8032955" y="5113175"/>
            <a:ext cx="32261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Lokesh </a:t>
            </a:r>
            <a:r>
              <a:rPr lang="en-IN" sz="2400" b="1" u="sng" dirty="0" err="1"/>
              <a:t>Lavhate</a:t>
            </a:r>
            <a:endParaRPr lang="en-IN" sz="2400" b="1" u="sng" dirty="0"/>
          </a:p>
          <a:p>
            <a:endParaRPr lang="en-IN" b="1" u="sng" dirty="0">
              <a:solidFill>
                <a:schemeClr val="bg1"/>
              </a:solidFill>
            </a:endParaRPr>
          </a:p>
          <a:p>
            <a:r>
              <a:rPr lang="en-IN" sz="2400" dirty="0"/>
              <a:t>20/02/2026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Calculators are essential everyday tools</a:t>
            </a:r>
          </a:p>
          <a:p>
            <a:r>
              <a:rPr lang="en-US" dirty="0"/>
              <a:t>Motivation: combine Standard, Scientific, Converter in one app</a:t>
            </a:r>
          </a:p>
          <a:p>
            <a:r>
              <a:rPr lang="en-US" dirty="0"/>
              <a:t>Goal: user‑friendly, professional design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4513-3D43-9242-B27B-09BB2B6D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310" y="383458"/>
            <a:ext cx="4670322" cy="2349910"/>
          </a:xfrm>
        </p:spPr>
        <p:txBody>
          <a:bodyPr/>
          <a:lstStyle/>
          <a:p>
            <a:r>
              <a:rPr lang="en-IN" sz="4400" dirty="0"/>
              <a:t>Objectives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A442805-DC70-EFB0-63C3-53C815E56A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717" r="1717"/>
          <a:stretch>
            <a:fillRect/>
          </a:stretch>
        </p:blipFill>
        <p:spPr>
          <a:xfrm>
            <a:off x="107950" y="1168400"/>
            <a:ext cx="4500563" cy="4521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E307BA7-04BC-9D65-B8ED-C1DCD2E999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88310" y="3121741"/>
            <a:ext cx="78323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three tabs: Standard, Scientific, Converter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error handling and clear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keyboard operability and usability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modern GUI with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CustomTkinter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31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5025-DEBB-D3DD-B2FE-CB1B134A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CEB66-C5AC-6656-0410-A3A01E687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Python 3 programming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/>
              <a:t>CustomTkinter</a:t>
            </a:r>
            <a:r>
              <a:rPr lang="en-IN" dirty="0"/>
              <a:t> for modern GUI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Regex for parsing trig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Math module for scientific calculations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08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BF5C-5CFB-E025-7710-F7B5520D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7387-24CA-998B-E695-5668F053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310" y="383457"/>
            <a:ext cx="6049408" cy="2370133"/>
          </a:xfrm>
        </p:spPr>
        <p:txBody>
          <a:bodyPr/>
          <a:lstStyle/>
          <a:p>
            <a:r>
              <a:rPr lang="en-IN" sz="4400" dirty="0"/>
              <a:t>Standard Tab Features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D38EDBE-7820-5851-FE1F-E6D5A46A1F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717" r="1717"/>
          <a:stretch>
            <a:fillRect/>
          </a:stretch>
        </p:blipFill>
        <p:spPr>
          <a:xfrm>
            <a:off x="107950" y="1168400"/>
            <a:ext cx="4500563" cy="4521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C0818CF-93FA-AFE7-2427-3981D94959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15574" y="3415493"/>
            <a:ext cx="7832323" cy="2249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Basic arithmetic (+, −, ×, ÷)</a:t>
            </a:r>
          </a:p>
          <a:p>
            <a:r>
              <a:rPr lang="en-US" dirty="0"/>
              <a:t>Clear button for reset</a:t>
            </a:r>
          </a:p>
          <a:p>
            <a:r>
              <a:rPr lang="en-US" dirty="0"/>
              <a:t>Keyboard shortcuts supported</a:t>
            </a:r>
          </a:p>
          <a:p>
            <a:r>
              <a:rPr lang="en-US" dirty="0"/>
              <a:t>Simple aligned layout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41822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B5ACA-556E-CB16-6A13-340BC1ED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3122-4F9D-61F5-7542-594DD8B24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310" y="383457"/>
            <a:ext cx="6049408" cy="2370133"/>
          </a:xfrm>
        </p:spPr>
        <p:txBody>
          <a:bodyPr/>
          <a:lstStyle/>
          <a:p>
            <a:r>
              <a:rPr lang="en-IN" sz="4400" dirty="0"/>
              <a:t>Scientific Tab Features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59ECD13-8B09-87FB-3BB4-DBB05C67EC4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/>
        </p:blipFill>
        <p:spPr>
          <a:xfrm>
            <a:off x="314428" y="904567"/>
            <a:ext cx="4316565" cy="5869859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240CCA69-21F1-930D-FD50-BB0E6DDAE6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88310" y="3120618"/>
            <a:ext cx="53301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Trigonometric functions: sin, cos, tan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Degrees ↔ Radians toggle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Logarithmic functions: log, ln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Symbols: π, √, ^, parentheses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Backspace button for corrections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Keyboard shortcuts for functions</a:t>
            </a:r>
          </a:p>
        </p:txBody>
      </p:sp>
    </p:spTree>
    <p:extLst>
      <p:ext uri="{BB962C8B-B14F-4D97-AF65-F5344CB8AC3E}">
        <p14:creationId xmlns:p14="http://schemas.microsoft.com/office/powerpoint/2010/main" val="101327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CBF1-EE86-3473-9A0E-E822B854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C768-E19E-1D97-CB76-2D8CF7C5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310" y="383457"/>
            <a:ext cx="6049408" cy="2370133"/>
          </a:xfrm>
        </p:spPr>
        <p:txBody>
          <a:bodyPr/>
          <a:lstStyle/>
          <a:p>
            <a:r>
              <a:rPr lang="en-IN" sz="4400" dirty="0"/>
              <a:t> Converter Tab Features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C60110C-3CBF-EE06-AFED-DB02CE2EE1A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314428" y="904567"/>
            <a:ext cx="4316565" cy="586985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A7B1676-BE4F-1B8E-3A6D-CB32A1B4FE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06645" y="3194547"/>
            <a:ext cx="738535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 conversions: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meters→cm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kg→pounds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°C→°F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Currency conversion: USD→INR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Dropdown menu for easy selection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 button for quick reset</a:t>
            </a:r>
          </a:p>
        </p:txBody>
      </p:sp>
    </p:spTree>
    <p:extLst>
      <p:ext uri="{BB962C8B-B14F-4D97-AF65-F5344CB8AC3E}">
        <p14:creationId xmlns:p14="http://schemas.microsoft.com/office/powerpoint/2010/main" val="116733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64C42-EF36-85E4-91E6-286172240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81A9-33C9-5D14-A52E-6CDCFF16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Error Handling &amp; Status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7DB52-1F3B-B264-5EE4-77852F44E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CF0C53-181D-CD1F-820F-11B483DFE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181" y="2192769"/>
            <a:ext cx="704712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Unknown function → “Unknown Function”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Division by zero → “Division by Zero”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Invalid input → “Invalid Expression”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Status bar shows mode and feedback</a:t>
            </a:r>
          </a:p>
        </p:txBody>
      </p:sp>
    </p:spTree>
    <p:extLst>
      <p:ext uri="{BB962C8B-B14F-4D97-AF65-F5344CB8AC3E}">
        <p14:creationId xmlns:p14="http://schemas.microsoft.com/office/powerpoint/2010/main" val="3432309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DFE49-C5DC-4672-517A-53B48977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514B3-AF4E-687F-DAA6-B5E566AB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Keyboard Operability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D3E9-DCA1-63EC-BCC0-B61DA89B7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F8737C-D7C8-DB3F-37BC-F876B7727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64" y="1998632"/>
            <a:ext cx="857478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Enter → evaluate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Esc → clear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Backspace → delete last character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Ctrl+1/2/3 → switch tabs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Shortcuts: s=sin, c=cos, t=tan, l=log, n=ln, p=π, r=√</a:t>
            </a:r>
          </a:p>
        </p:txBody>
      </p:sp>
    </p:spTree>
    <p:extLst>
      <p:ext uri="{BB962C8B-B14F-4D97-AF65-F5344CB8AC3E}">
        <p14:creationId xmlns:p14="http://schemas.microsoft.com/office/powerpoint/2010/main" val="355957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702EB-E5BF-F68D-143E-E63D2AE9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0FE1A-7508-FC85-C5D3-D43F1A0A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B47F7-70C5-7F26-73CD-7FFF5AFF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2017467"/>
            <a:ext cx="10853027" cy="336681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F9F0EEE-0CD1-EF6F-F715-0C02B31DE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64" y="2937350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6A7319-0C03-8CAB-B14D-2DCBA1FAB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64" y="2244853"/>
            <a:ext cx="1092638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a polished, professional calculator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Combines usability, clarity, and modern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scope: memory functions, graph plotting, packaging as .exe</a:t>
            </a:r>
          </a:p>
        </p:txBody>
      </p:sp>
    </p:spTree>
    <p:extLst>
      <p:ext uri="{BB962C8B-B14F-4D97-AF65-F5344CB8AC3E}">
        <p14:creationId xmlns:p14="http://schemas.microsoft.com/office/powerpoint/2010/main" val="1644338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051C-0965-4AE9-7B7D-D24EBDF98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EC71F-2001-CBB2-318A-7B2C00CBA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8112" y="4600339"/>
            <a:ext cx="6220277" cy="2919512"/>
          </a:xfrm>
        </p:spPr>
        <p:txBody>
          <a:bodyPr/>
          <a:lstStyle/>
          <a:p>
            <a:r>
              <a:rPr lang="en-US" dirty="0"/>
              <a:t>Lokesh </a:t>
            </a:r>
            <a:r>
              <a:rPr lang="en-US" dirty="0" err="1"/>
              <a:t>Lavhate</a:t>
            </a:r>
            <a:endParaRPr lang="en-US" dirty="0"/>
          </a:p>
          <a:p>
            <a:endParaRPr lang="en-US" dirty="0"/>
          </a:p>
          <a:p>
            <a:r>
              <a:rPr lang="en-US" dirty="0"/>
              <a:t>20/02/2026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5626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115</TotalTime>
  <Words>327</Words>
  <Application>Microsoft Office PowerPoint</Application>
  <PresentationFormat>Widescreen</PresentationFormat>
  <Paragraphs>70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Custom</vt:lpstr>
      <vt:lpstr>NextHikes IT Solutions</vt:lpstr>
      <vt:lpstr>Introduction</vt:lpstr>
      <vt:lpstr>Objectives</vt:lpstr>
      <vt:lpstr>Tools &amp; Technologies</vt:lpstr>
      <vt:lpstr>Standard Tab Features</vt:lpstr>
      <vt:lpstr>Scientific Tab Features</vt:lpstr>
      <vt:lpstr> Converter Tab Features</vt:lpstr>
      <vt:lpstr> Error Handling &amp; Status Bar</vt:lpstr>
      <vt:lpstr>Keyboard Operability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 P</dc:creator>
  <cp:lastModifiedBy>H P</cp:lastModifiedBy>
  <cp:revision>1</cp:revision>
  <dcterms:created xsi:type="dcterms:W3CDTF">2026-02-19T18:52:26Z</dcterms:created>
  <dcterms:modified xsi:type="dcterms:W3CDTF">2026-02-20T10:55:04Z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